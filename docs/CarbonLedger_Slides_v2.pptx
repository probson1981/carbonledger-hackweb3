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1A0E"/>
          </a:solidFill>
          <a:ln w="12700">
            <a:solidFill>
              <a:srgbClr val="06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🌱 CarbonLedger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validação, negociação, concessão e certificação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créditos de carbono em blockchain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HackWeb3 RESTIC 29  ·  Desafio 3 — ImpactLedger  ·  Hackathon Web 3.0 IREDE  ·  Junho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286000" cy="91440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Ednardo Peixoto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1879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/ Smart Contracts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3840480"/>
            <a:ext cx="2286000" cy="91440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Alanio Lima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41879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/ Documentação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3840480"/>
            <a:ext cx="2286000" cy="91440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Patrício Alves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41879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/ QA / Pitch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de carbono tem uma crise de confiança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685800"/>
          </a:xfrm>
          <a:prstGeom prst="rect">
            <a:avLst/>
          </a:prstGeom>
          <a:solidFill>
            <a:srgbClr val="2D0A0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"Até 90% dos créditos de carbono não representam CO₂ real"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201168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176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 Contagem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crédito vendido 2x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2103120"/>
            <a:ext cx="201168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2176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Alteráveis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 auditável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2103120"/>
            <a:ext cx="201168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76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Greenwashing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Declarações sem evidências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2103120"/>
            <a:ext cx="201168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176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Rastreabilidade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auditar origem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841248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03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Mercado voluntário: US$ 2 bilhões/ano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995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Contratos de carbono na UE: +10.000% em 5 anos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288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🇧🇷  SBCE (Lei 1542/2024): Brasil entra no mercado obrigatório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5811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Empresas acima de 25.000t/ano já devem conciliar emissões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Solução — CarbonLedger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descentralizada — do registro ao certificado NFT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59436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a rotulagem ecológica da ABNT — auditável por qualquer pessoa no Etherscan, 24h/dia, sem intermediários"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011680" cy="150876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93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Imutável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6700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permanente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blockchain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920240"/>
            <a:ext cx="2011680" cy="150876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993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23160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6700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Auditável no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Etherscan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2011680" cy="150876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993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0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6700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definitivo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spending impossível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1920240"/>
            <a:ext cx="2011680" cy="150876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993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20840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Automático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26700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ERC-721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 on-chain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393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US$ 9–12 trilhões em vendas anuais até 2030 na economia de baixo carbono  (McKinsey)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github.com/probson1981/CarbonLedger-HackWeb3  ·  carbonledger-tau.vercel.app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Completo do MVP — 9 Etapas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cadastro do projeto ao certificado NFT — tudo on-chain na Sepolia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280160"/>
            <a:ext cx="1600200" cy="1554480"/>
          </a:xfrm>
          <a:prstGeom prst="rect">
            <a:avLst/>
          </a:prstGeom>
          <a:solidFill>
            <a:srgbClr val="0A4F2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20299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projeto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84248" y="1280160"/>
            <a:ext cx="1600200" cy="1554480"/>
          </a:xfrm>
          <a:prstGeom prst="rect">
            <a:avLst/>
          </a:prstGeom>
          <a:solidFill>
            <a:srgbClr val="0A4F2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84248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84248" y="20299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39896" y="1280160"/>
            <a:ext cx="1600200" cy="1554480"/>
          </a:xfrm>
          <a:prstGeom prst="rect">
            <a:avLst/>
          </a:prstGeom>
          <a:solidFill>
            <a:srgbClr val="0A4F2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39896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39896" y="20299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95544" y="1280160"/>
            <a:ext cx="1600200" cy="1554480"/>
          </a:xfrm>
          <a:prstGeom prst="rect">
            <a:avLst/>
          </a:prstGeom>
          <a:solidFill>
            <a:srgbClr val="0A4F2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95544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95544" y="20299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51192" y="1280160"/>
            <a:ext cx="1600200" cy="1554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51192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51192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51192" y="20299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emite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 ERC-1155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063240"/>
            <a:ext cx="1600200" cy="1554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28600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3813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marketplace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84248" y="3063240"/>
            <a:ext cx="1600200" cy="1554480"/>
          </a:xfrm>
          <a:prstGeom prst="rect">
            <a:avLst/>
          </a:prstGeom>
          <a:solidFill>
            <a:srgbClr val="6C3483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4248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984248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84248" y="3813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39896" y="3063240"/>
            <a:ext cx="160020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9896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739896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Aposentadoria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39896" y="3813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95544" y="3063240"/>
            <a:ext cx="1600200" cy="1554480"/>
          </a:xfrm>
          <a:prstGeom prst="rect">
            <a:avLst/>
          </a:prstGeom>
          <a:solidFill>
            <a:srgbClr val="F39C12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95544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495544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95544" y="3813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Tokens e Ativos do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padrões de token — cada um com função específica no protocolo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85953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🪙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25880" y="1371600"/>
            <a:ext cx="54864" cy="822960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371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783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TokenImpactoCarbono.sol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17190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interno do protocolo CarbonLedger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85953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🌱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325880" y="2606040"/>
            <a:ext cx="54864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017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CreditoCarbonoToken.sol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295351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 de créditos de carbono por projeto ambiental aprovado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325880" y="3840480"/>
            <a:ext cx="54864" cy="8229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3840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4251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CertificadoCompensacao.sol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418795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de compensação emitido após aposentadoria — visível no Sepolia Etherscan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Arquitetura — 13 Smart Contracts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· OpenZeppelin · Chainlink Oracle · Sepolia Testnet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25272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710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TokenImpactoCarbono.sol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912" y="14904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— token interno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27448" y="125272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2710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CreditoCarbonoToken.sol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73752" y="14904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 — lotes de créditos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80136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196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CertificadoCompensacaoNFT.sol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03911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— certificado NFT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78308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27448" y="180136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8196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RegistroOrganizacoes.sol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73752" y="203911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organizações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235000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3682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RegistroProjetosCarbono.sol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258775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status de projetos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33172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27448" y="235000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3682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ValidacaoProjetos.sol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73752" y="258775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Votação descentralizada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88036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" y="289864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9169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TesourariaCarbono.sol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8912" y="313639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financeira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88036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27448" y="289864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29169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MercadoCarbono.sol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73752" y="313639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créditos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42900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" y="344728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4655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RegistroAposentadorias.sol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38912" y="368503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e aposentadoria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42900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27448" y="344728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34655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StakingCarbono.sol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73752" y="368503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de tokens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97764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" y="399592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40142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GovernancaCarbono.sol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38912" y="42336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descentralizada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397764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27448" y="399592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40142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AdaptadorOraculoChainlink.sol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73752" y="42336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 Chainlink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526280"/>
            <a:ext cx="42062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2608" y="4544568"/>
            <a:ext cx="54864" cy="438912"/>
          </a:xfrm>
          <a:prstGeom prst="rect">
            <a:avLst/>
          </a:prstGeom>
          <a:solidFill>
            <a:srgbClr val="4CFF91"/>
          </a:solidFill>
          <a:ln w="12700">
            <a:solidFill>
              <a:srgbClr val="4CFF9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45628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MockPriceFeedChainlink.sol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38912" y="478231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price feed (testes)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Tecnologias Utilizadas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1024128"/>
            <a:ext cx="1563624" cy="73152"/>
          </a:xfrm>
          <a:prstGeom prst="rect">
            <a:avLst/>
          </a:prstGeom>
          <a:solidFill>
            <a:srgbClr val="0A4F2E"/>
          </a:solidFill>
          <a:ln w="12700">
            <a:solidFill>
              <a:srgbClr val="0A4F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Solidity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smart contracts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29968" y="1024128"/>
            <a:ext cx="1563624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Hardhat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test, deploy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100584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67328" y="1024128"/>
            <a:ext cx="1563624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automação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04688" y="1024128"/>
            <a:ext cx="1563624" cy="7315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+ Vite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23760" y="100584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42048" y="1024128"/>
            <a:ext cx="1563624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Ethers.js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blockchain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51460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2532888"/>
            <a:ext cx="1563624" cy="73152"/>
          </a:xfrm>
          <a:prstGeom prst="rect">
            <a:avLst/>
          </a:prstGeom>
          <a:solidFill>
            <a:srgbClr val="0A4F2E"/>
          </a:solidFill>
          <a:ln w="12700">
            <a:solidFill>
              <a:srgbClr val="0A4F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OpenZeppelin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31729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ERC-20/1155/721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11680" y="251460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29968" y="2532888"/>
            <a:ext cx="1563624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Chainlink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11680" y="31729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 de preço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49040" y="251460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67328" y="2532888"/>
            <a:ext cx="1563624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MetaMask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31729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Web3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0" y="251460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04688" y="2532888"/>
            <a:ext cx="1563624" cy="7315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Sepolia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0" y="31729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pública de teste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23760" y="2514600"/>
            <a:ext cx="1600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42048" y="2532888"/>
            <a:ext cx="1563624" cy="73152"/>
          </a:xfrm>
          <a:prstGeom prst="rect">
            <a:avLst/>
          </a:prstGeom>
          <a:solidFill>
            <a:srgbClr val="2E4053"/>
          </a:solidFill>
          <a:ln w="12700">
            <a:solidFill>
              <a:srgbClr val="2E40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2697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Node.js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23760" y="31729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e automação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 5 perfis de usuário  ·  210 testes passando  ·  Votação descentralizada  ·  Oráculo Chainlink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Marketplace e Governança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completo — perfis, votação e negociação on-chain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148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Marketplace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755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Proponente oferta créditos CCT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1396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Comprador adquire com ETH de teste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523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Taxa separada automaticamente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907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Créditos ERC-1155 transferidos on-chain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Aposentadoria emite NFT certificado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297680" cy="256032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Governança e Staking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1755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Votação descentralizada por validadores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1396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Staking de tokens no protocolo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52374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Chainlink Oracle para precificação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907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perfis: Admin / Proponente / Validador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291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Comprador / Usuário Extra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886200"/>
            <a:ext cx="8595360" cy="77724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 paga ETH  →  Proponente recebe  →  Taxa separada  →  Créditos transferidos  →  Aposentadoria  →  NFT emitido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Mercado e Oportunidade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agora? O Brasil está no momento certo da história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50876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Kyoto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48840" y="1234440"/>
            <a:ext cx="150876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298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48840" y="1709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 de Paris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0" y="1234440"/>
            <a:ext cx="1508760" cy="137160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298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1709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1542/2024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SBCE obrigatório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32120" y="1234440"/>
            <a:ext cx="1508760" cy="137160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298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1709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30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Belém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23760" y="1234440"/>
            <a:ext cx="1508760" cy="1371600"/>
          </a:xfrm>
          <a:prstGeom prst="rect">
            <a:avLst/>
          </a:prstGeom>
          <a:solidFill>
            <a:srgbClr val="0A2E1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298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23760" y="1709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CarbonLedger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para o SBCE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20116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US$ 2 bi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74320" y="33558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voluntário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41448" y="2788920"/>
            <a:ext cx="20116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41448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+10.000%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441448" y="33558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contratos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carbono UE (5 anos)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08576" y="2788920"/>
            <a:ext cx="20116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US$ 9-12 tri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08576" y="33558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vendas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2030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75704" y="2788920"/>
            <a:ext cx="20116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75704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75704" y="33558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em risco para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descarbonizar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em descarbonizar pode arriscar até 20% do lucro econômico das empresas  (McKinsey, 2024)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Casos de Uso Reais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pode usar o CarbonLedger?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Empresas ESG / SBCE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" y="17099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NFT verificável on-chain para conciliar emissões obrigatórias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72968" y="123444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82696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ONGs Reflorestamento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82696" y="17099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Tokenizam ações de plantio e vendem créditos no marketplace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17336" y="123444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7064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Hub H2V Pecém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27064" y="17099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 projetos de hidrogênio verde no Ceará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69748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🥩  Agroindustria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" y="3172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 baixo carbono auditável — como o protocolo da Embrapa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72968" y="269748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Auditores SBCE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82696" y="3172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NFT no Etherscan sem depender do emissor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17336" y="2697480"/>
            <a:ext cx="27432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F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Industria Cap &amp; Trade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27064" y="3172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cotas excedentes tokenizadas gerando nova receita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Nossa Equipe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Residência em TIC 29 – Web 3.0  ·  Hackathon Web 3.0 IREDE  ·  Junho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859536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685800" cy="685800"/>
          </a:xfrm>
          <a:prstGeom prst="ellipse">
            <a:avLst/>
          </a:prstGeom>
          <a:solidFill>
            <a:srgbClr val="0A4F2E"/>
          </a:solidFill>
          <a:ln w="12700">
            <a:solidFill>
              <a:srgbClr val="0A4F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4813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Ednardo Pinheiro Peixoto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8470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/ Smart Contracts / GitHub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859536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97480"/>
            <a:ext cx="685800" cy="6858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6700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Alanio Ferreira de Lima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0358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Blockchain / Documentação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86200"/>
            <a:ext cx="685800" cy="68580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319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8587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Patrício Robson dos Santos Alves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2245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/ QA / Frontend / Pitch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4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A0E"/>
          </a:solidFill>
          <a:ln w="12700">
            <a:solidFill>
              <a:srgbClr val="06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CF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🌱 CarbonLedger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"Registro, validação, negociação, concessão e certificação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créditos de carbono em blockchain"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1576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 github.com/probson1981/CarbonLedger-HackWeb3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7680960" cy="50292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101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🌐  carbonledger-tau.vercel.app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3657600" cy="45720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04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🎬  youtu.be/6MbFilszoXE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3840480"/>
            <a:ext cx="3657600" cy="457200"/>
          </a:xfrm>
          <a:prstGeom prst="rect">
            <a:avLst/>
          </a:prstGeom>
          <a:solidFill>
            <a:srgbClr val="061A0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904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F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🎬  youtu.be/qSZMKk6nez4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Ednardo Peixoto  ·  Alanio Lima  ·  Patrício Alves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2026-06-09T21:06:58Z</dcterms:created>
  <dcterms:modified xsi:type="dcterms:W3CDTF">2026-06-09T21:06:58Z</dcterms:modified>
</cp:coreProperties>
</file>